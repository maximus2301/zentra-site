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218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MedRecords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834640"/>
            <a:ext cx="4572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5A623"/>
                </a:solidFill>
              </a:rPr>
              <a:t>Your Health History, Always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Android  ·  iOS  · 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</a:rPr>
              <a:t>Pre-Seed  ·  MVP Complete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Managing medical records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Scattered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Prescriptions on paper, lab reports across clinic portals,
old reports lost or damaged.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7432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307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 Single Source of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Patients spend hours hunting for past test results
before every new doctor's appointment.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432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307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 Portability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Records locked in hospital systems or physical folders —
inaccessible in emergencies.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841248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5A623"/>
                </a:solidFill>
              </a:rPr>
              <a:t>"43% of patients cannot produce a complete medication history when visiting a new doctor"  — NCBI,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MedRecords — a secure personal health vault in your pocket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657600" cy="4754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Pain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234440"/>
            <a:ext cx="4572000" cy="4754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0520" y="1271016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MedRecords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365760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465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Records are scattered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709928"/>
            <a:ext cx="457200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1746504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One app stores all prescriptions &amp; lab 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85416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22199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Paper records are fragile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185416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2221992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Camera scan with automatic OCR text extraction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60904"/>
            <a:ext cx="365760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69748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Locked in hospital portals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660904"/>
            <a:ext cx="457200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0520" y="2697480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Patient-owned cloud — accessible anywhere, anytime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36392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17296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Hard to share with doctors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136392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3172968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Organised, categorised records ready to show or 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793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8B8B"/>
                </a:solidFill>
              </a:rPr>
              <a:t>Core Insight:  The patient — not the hospital — should own their health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Everything a patient needs — nothing they don't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40233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402336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📷 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2880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5657A"/>
                </a:solidFill>
              </a:rPr>
              <a:t>•  Camera scan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Gallery upload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File upload (PDF/JPG/PNG)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Manual text entry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80160"/>
            <a:ext cx="40233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🔍  Smart 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2880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5657A"/>
                </a:solidFill>
              </a:rPr>
              <a:t>•  Google ML Kit on-device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Text extracted automatically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Documents fully searchable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No data sent to 3rd party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11879"/>
            <a:ext cx="40233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611879"/>
            <a:ext cx="402336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65759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🗂  Organised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1605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5657A"/>
                </a:solidFill>
              </a:rPr>
              <a:t>•  Prescriptions category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Lab Reports category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Tabbed home screen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Delete &amp; manage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611879"/>
            <a:ext cx="40233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3611879"/>
            <a:ext cx="402336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79" y="365759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☁  Secure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1605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5657A"/>
                </a:solidFill>
              </a:rPr>
              <a:t>•  Firebase Auth login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Per-user Firestore rules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Real-time sync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Offline-ready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A massive, underserved global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28016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8B8B"/>
                </a:solidFill>
              </a:rPr>
              <a:t>$560B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3736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A"/>
                </a:solidFill>
              </a:rPr>
              <a:t>Global Digital Health (2025)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23444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128016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8B8B"/>
                </a:solidFill>
              </a:rPr>
              <a:t>$39B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73736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A"/>
                </a:solidFill>
              </a:rPr>
              <a:t>PHR Segment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599" y="123444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39" y="128016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8B8B"/>
                </a:solidFill>
              </a:rPr>
              <a:t>15.2%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39" y="173736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A"/>
                </a:solidFill>
              </a:rPr>
              <a:t>PHR CAGR 2025–2030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79" y="123444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19" y="128016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8B8B"/>
                </a:solidFill>
              </a:rPr>
              <a:t>4.4B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19" y="173736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A"/>
                </a:solidFill>
              </a:rPr>
              <a:t>Target Smartphone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Primary Target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71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5657A"/>
                </a:solidFill>
              </a:rPr>
              <a:t>•  India — 1.4B population, fragmented healthcare, low EHR adoption by clinics</a:t>
            </a:r>
          </a:p>
          <a:p>
            <a:pPr algn="l"/>
            <a:r>
              <a:rPr sz="1300">
                <a:solidFill>
                  <a:srgbClr val="55657A"/>
                </a:solidFill>
              </a:rPr>
              <a:t>•  Southeast Asia — Rapid smartphone growth, minimal hospital digitisation</a:t>
            </a:r>
          </a:p>
          <a:p>
            <a:pPr algn="l"/>
            <a:r>
              <a:rPr sz="1300">
                <a:solidFill>
                  <a:srgbClr val="55657A"/>
                </a:solidFill>
              </a:rPr>
              <a:t>•  Emerging Markets globally — Paper-heavy healthcare, no incumbent PHR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Why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5657A"/>
                </a:solidFill>
              </a:rPr>
              <a:t>•  Post-COVID patients expect digital health tools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India's Digital Health Mission (ABDM) creates tailwinds but leaves personal record ownership unsolved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Firebase + Flutter cut infra &amp; dev costs by ~60% vs. 5 years ago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Multiple monetisation paths — freemium to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Phase 1 — Freemium (Launch)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636776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600200"/>
            <a:ext cx="16459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163677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00200"/>
            <a:ext cx="521208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636776"/>
            <a:ext cx="5120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137160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048256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Free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011680"/>
            <a:ext cx="164592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204825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$0 /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011680"/>
            <a:ext cx="521208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048256"/>
            <a:ext cx="5120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Up to 50 records, basic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459736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Premium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242316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83080" y="245973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$2.99 /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423160"/>
            <a:ext cx="52120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2459736"/>
            <a:ext cx="5120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Unlimited records, search, PDF export, cloud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Phase 2 — B2B / Platform  (12–18 months)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00400"/>
            <a:ext cx="25603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3236976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Revenue 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79" y="3200400"/>
            <a:ext cx="612648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71799" y="3236976"/>
            <a:ext cx="6035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11880"/>
            <a:ext cx="256032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3648456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Clinic / Hospital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79" y="3611880"/>
            <a:ext cx="612648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71799" y="3648456"/>
            <a:ext cx="6035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Clinics pay to push records directly into patient vaults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2336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4059936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Insurance Integrations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79" y="4023360"/>
            <a:ext cx="6126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71799" y="4059936"/>
            <a:ext cx="6035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Insurers pay for verified, structured health data (with user consent)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433098"/>
            <a:ext cx="256032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4471416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Telemedicine Partnerships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79" y="4434840"/>
            <a:ext cx="612648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71799" y="4471416"/>
            <a:ext cx="6035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Embed records sharing into telehealth consult flows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5996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D2B55"/>
                </a:solidFill>
              </a:rPr>
              <a:t>Phase 3 — Data &amp; AI  (24+ months)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828216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5657A"/>
                </a:solidFill>
              </a:rPr>
              <a:t>•  Anonymised health trend insights sold to research institutions (with explicit consent)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AI-powered health summaries &amp; alerts for premium subscribers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We sit at a unique intersection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56032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71016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234440"/>
            <a:ext cx="137160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59" y="1271016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137160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59" y="1271016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Apple 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234440"/>
            <a:ext cx="137160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59" y="1271016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Google 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234440"/>
            <a:ext cx="173736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59" y="1271016"/>
            <a:ext cx="16459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Hospital Portals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73352"/>
            <a:ext cx="256032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709928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Android &amp; 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1673352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59" y="1709928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✅ 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673352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51959" y="1709928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iOS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1673352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23559" y="1709928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Android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673352"/>
            <a:ext cx="173736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59" y="1709928"/>
            <a:ext cx="16459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Fragmented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12264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2148840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Cross-institution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2112264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80359" y="2148840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✅ 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112264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59" y="2148840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Partial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2112264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23559" y="2148840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Partial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112264"/>
            <a:ext cx="1737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95159" y="2148840"/>
            <a:ext cx="16459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551176"/>
            <a:ext cx="256032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2587752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OCR scan of paper records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2551176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80359" y="2587752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✅ 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2551176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51959" y="2587752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2551176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23559" y="2587752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2551176"/>
            <a:ext cx="173736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95159" y="2587752"/>
            <a:ext cx="16459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990088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3026664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Patient-owned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39" y="2990088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80359" y="3026664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✅ 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990088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51959" y="3026664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Partial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2990088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23559" y="3026664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2990088"/>
            <a:ext cx="1737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95159" y="3026664"/>
            <a:ext cx="16459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429000"/>
            <a:ext cx="256032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3465576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Works offline / low-data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3429000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80359" y="3465576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✅ 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3429000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51959" y="3465576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3429000"/>
            <a:ext cx="137160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623559" y="3465576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9440" y="3429000"/>
            <a:ext cx="173736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95159" y="3465576"/>
            <a:ext cx="16459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867912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0040" y="3904488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Emerging market focus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34639" y="3867912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880359" y="3904488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✅ 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3867912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51959" y="3904488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77840" y="3867912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623559" y="3904488"/>
            <a:ext cx="12801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Limited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9440" y="3867912"/>
            <a:ext cx="1737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995159" y="3904488"/>
            <a:ext cx="16459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7200" y="432511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Our Moat:  OCR-first capture  +  Patient data ownership  +  Cross-platform reach in emerging markets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Built on proven, scalable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011680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Flutter 3.41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35331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</a:rPr>
              <a:t>One codebase → Android + iOS. Faster dev, lower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2011680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Firebase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7627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</a:rPr>
              <a:t>Email/Password login. OAuth-ready for Google/Apple sign-in.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2011680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Cloud Firestore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99923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</a:rPr>
              <a:t>Real-time NoSQL DB. Scales automatically. Offline-ready.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2011680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7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Google ML Kit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822191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</a:rPr>
              <a:t>On-device text recognition — sensitive images never leave the phone.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2011680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Firebase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64515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</a:rPr>
              <a:t>Secure cloud image storage (Blaze plan). Per-user access rules.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Security Highlights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3387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657A"/>
                </a:solidFill>
              </a:rPr>
              <a:t>•  Per-user Firestore security rules (data isolated by UID)</a:t>
            </a:r>
          </a:p>
          <a:p>
            <a:pPr algn="l"/>
            <a:r>
              <a:rPr sz="1100">
                <a:solidFill>
                  <a:srgbClr val="55657A"/>
                </a:solidFill>
              </a:rPr>
              <a:t>•  On-device OCR — documents never sent to external server</a:t>
            </a:r>
          </a:p>
          <a:p>
            <a:pPr algn="l"/>
            <a:r>
              <a:rPr sz="1100">
                <a:solidFill>
                  <a:srgbClr val="55657A"/>
                </a:solidFill>
              </a:rPr>
              <a:t>•  HTTPS-only transit  ·  Firebase JWT tokens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MVP complete — ready to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Completed (MVP)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5657A"/>
                </a:solidFill>
              </a:rPr>
              <a:t>•  Full Flutter app — 11 source modules across screens, services, and models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Firebase Auth, Firestore, and ML Kit OCR fully integrated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Camera scan, file upload, and manual entry flows working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Tabbed record browsing (All / Prescriptions / Lab Reports)</a:t>
            </a:r>
          </a:p>
          <a:p>
            <a:pPr algn="l"/>
            <a:r>
              <a:rPr sz="1200">
                <a:solidFill>
                  <a:srgbClr val="55657A"/>
                </a:solidFill>
              </a:rPr>
              <a:t>•  Android APK build-ready; iOS build-ready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546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47872"/>
            <a:ext cx="137160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5844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Quarter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3547872"/>
            <a:ext cx="731520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3584448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Milestone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50208"/>
            <a:ext cx="13716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98678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Q2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950208"/>
            <a:ext cx="73152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3986784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Public beta — Android Play Store + iOS App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52544"/>
            <a:ext cx="1371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3891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Q3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4352544"/>
            <a:ext cx="7315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83080" y="4389120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Search &amp; filter  ·  PDF export &amp; sharing  ·  1,000 beta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13716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7914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Q4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4754880"/>
            <a:ext cx="73152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4791456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Premium subscription 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57216"/>
            <a:ext cx="1371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1937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Q1 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5157216"/>
            <a:ext cx="7315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83080" y="5193792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Clinic API pilot (B2B)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59552"/>
            <a:ext cx="13716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55961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Q2 2027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5559552"/>
            <a:ext cx="73152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83080" y="5596128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Series A fundraise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Pre-Seed Round: $250,000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Use of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81912"/>
            <a:ext cx="228600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61848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Allocation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581912"/>
            <a:ext cx="128016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79" y="1618488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581912"/>
            <a:ext cx="512064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16184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22860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02082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Engineering (40%)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984248"/>
            <a:ext cx="128016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79" y="2020824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$100,000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984248"/>
            <a:ext cx="512064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77639" y="202082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2 Flutter/backend engineers for 12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86584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4231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Growth &amp; Marketing (25%)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386584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79" y="2423160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$62,500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386584"/>
            <a:ext cx="5120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77639" y="24231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User acquisition — India &amp; Southeast Asia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88920"/>
            <a:ext cx="22860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8254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Infrastructure (10%)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788920"/>
            <a:ext cx="128016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97479" y="2825496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$25,000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2788920"/>
            <a:ext cx="512064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7639" y="28254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Firebase Blaze + storage scaling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19125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2278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Product &amp; Design (15%)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191256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97479" y="3227832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$37,500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3191256"/>
            <a:ext cx="5120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7639" y="32278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UX research, UI polish, accessibility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93591"/>
            <a:ext cx="228600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363016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Legal &amp; Compliance (10%)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593591"/>
            <a:ext cx="128016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97479" y="3630168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$25,000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3593591"/>
            <a:ext cx="5120640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77639" y="36301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</a:rPr>
              <a:t>DPDP Act, GDPR alignment, incorporation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04404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D2B55"/>
                </a:solidFill>
              </a:rPr>
              <a:t>In Return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43919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rgbClr val="55657A"/>
                </a:solidFill>
              </a:rPr>
              <a:t>•  8–12% equity (negotiable based on valuation discussion)</a:t>
            </a:r>
          </a:p>
          <a:p>
            <a:pPr algn="l"/>
            <a:r>
              <a:rPr sz="1300" dirty="0">
                <a:solidFill>
                  <a:srgbClr val="55657A"/>
                </a:solidFill>
              </a:rPr>
              <a:t>•  Investor board observer seat 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07927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D2B55"/>
                </a:solidFill>
              </a:rPr>
              <a:t>Target Metrics — Month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463326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5657A"/>
                </a:solidFill>
              </a:rPr>
              <a:t>•  10,000 active users</a:t>
            </a:r>
          </a:p>
          <a:p>
            <a:pPr algn="l"/>
            <a:r>
              <a:rPr sz="1300">
                <a:solidFill>
                  <a:srgbClr val="55657A"/>
                </a:solidFill>
              </a:rPr>
              <a:t>•  $5,000 MRR from premium subscriptions</a:t>
            </a:r>
          </a:p>
          <a:p>
            <a:pPr algn="l"/>
            <a:r>
              <a:rPr sz="1300">
                <a:solidFill>
                  <a:srgbClr val="55657A"/>
                </a:solidFill>
              </a:rPr>
              <a:t>•  Signed LOI with 1 clinic / hospital partner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MedRecords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331720"/>
            <a:ext cx="4572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</a:rPr>
              <a:t>Your health history — secure, searchable, always 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We're building the personal health data layer that 4 billion
smartphone users in emerging markets don't yet have.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572000"/>
            <a:ext cx="4572000" cy="36576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Pre-Seed  ·  MVP Complete  ·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78899"/>
                </a:solidFill>
              </a:rPr>
              <a:t>Firebase Project: medrecords2026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657A"/>
                </a:solidFill>
              </a:rPr>
              <a:t>This document contains forward-looking statements for discussion purposes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1000</Words>
  <Application>Microsoft Office PowerPoint</Application>
  <PresentationFormat>On-screen Show (4:3)</PresentationFormat>
  <Paragraphs>199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Pankaj Kumar Bharti</cp:lastModifiedBy>
  <cp:revision>2</cp:revision>
  <dcterms:created xsi:type="dcterms:W3CDTF">2013-01-27T09:14:16Z</dcterms:created>
  <dcterms:modified xsi:type="dcterms:W3CDTF">2026-03-05T17:10:24Z</dcterms:modified>
  <cp:category/>
</cp:coreProperties>
</file>